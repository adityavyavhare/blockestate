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BlockEstate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6CC"/>
                </a:solidFill>
              </a:defRPr>
            </a:pPr>
            <a:r>
              <a:t>Cross-Chain Real Estate NFT Marketplace</a:t>
            </a:r>
            <a:br/>
            <a:r>
              <a:t>Powered by Chainlink CCIP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BlockEstate is a decentralized cross-chain real estate NFT marketplace leveraging Chainlink CCIP for direct NFT transfers across blockchains.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Key Features: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Chainlink CCIP integration for seamless cross-chain communication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BRT (ERC20) token for standardized payments and rewards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Majority-based validator verification system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Real estate properties tokenized as NFTs (ERC721)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Support for Ethereum Sepolia and Polygon Amoy networks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The platform enables property owners to list, buy, and transfer real estate NFTs across chains with trustless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Problem Statement: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Fragmented real estate markets across blockchain networks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High barriers to cross-chain asset transfers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Lack of decentralized property verification mechanisms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Solution - BlockEstate: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Unified marketplace for real estate NFTs across chains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Secure cross-chain asset transfers via Chainlink CCIP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Transparent validator-based property verification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BRT token ecosystem for payments and incentives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Real Estate Tokenization: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Fractional ownership opportunities through ERC721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Transparent property records on immutable ledgers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Cross-Chain Communication: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Chainlink CCIP for secure inter-blockchain transfers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Message verification and replay protection mechanisms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Verification &amp; Governance: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Majority voting for decentralized consensus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Multi-chain validator networks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Related Technologies &amp; Standards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0058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937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937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BlockEstate Use</a:t>
                      </a:r>
                    </a:p>
                  </a:txBody>
                  <a:tcPr>
                    <a:solidFill>
                      <a:srgbClr val="1937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9376D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ERC721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NFT 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Property tokenization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ERC20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Token Standard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BRT payment system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Chainlink CCIP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Cross-chain messaging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Inter-blockchain transfers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Smart Contracts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On-chain logic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Marketplace &amp; Bridge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Identified Gaps in Current Solutions: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Existing Real Estate Platforms: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Limited to single blockchain networks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High centralization and lack of transparency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Manual verification processes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Cross-Chain Solutions: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Few specifically designed for real estate assets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Lack of built-in decentralized verification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Limited payment flexibility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BlockEstate Addresses: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Native cross-chain support with Chainlink CCIP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Decentralized validator-based verification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Custom BRT token for ecosystem incentives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Development Approach: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Smart contract design with OpenZeppelin security standards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Solidity 0.8.24 for enhanced safety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Cross-Chain Architecture: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Chainlink CCIP for secure message routing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Replay protection via messageId mapping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Atomic transaction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Testing &amp; Deployment: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Hardhat test suite with Mocha/Chai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Multi-chain deployment scripts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Sepolia and Polygon Amoy testnets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828800" cy="54864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Next.js Frontend</a:t>
            </a:r>
            <a:br/>
            <a:r>
              <a:t>(TypeScript)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103120"/>
            <a:ext cx="1645920" cy="548640"/>
          </a:xfrm>
          <a:prstGeom prst="roundRect">
            <a:avLst/>
          </a:prstGeom>
          <a:solidFill>
            <a:srgbClr val="6262FF"/>
          </a:solidFill>
          <a:ln w="254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Ethereum</a:t>
            </a:r>
            <a:br/>
            <a:r>
              <a:t>Sepolia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2103120"/>
            <a:ext cx="1645920" cy="548640"/>
          </a:xfrm>
          <a:prstGeom prst="roundRect">
            <a:avLst/>
          </a:prstGeom>
          <a:solidFill>
            <a:srgbClr val="800080"/>
          </a:solidFill>
          <a:ln w="254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Polygon</a:t>
            </a:r>
            <a:br/>
            <a:r>
              <a:t>Amoy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2103120"/>
            <a:ext cx="1645920" cy="548640"/>
          </a:xfrm>
          <a:prstGeom prst="roundRect">
            <a:avLst/>
          </a:prstGeom>
          <a:solidFill>
            <a:srgbClr val="F06400"/>
          </a:solidFill>
          <a:ln w="254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Chainlink</a:t>
            </a:r>
            <a:br/>
            <a:r>
              <a:t>CCIP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200400"/>
            <a:ext cx="1645920" cy="548640"/>
          </a:xfrm>
          <a:prstGeom prst="roundRect">
            <a:avLst/>
          </a:prstGeom>
          <a:solidFill>
            <a:srgbClr val="4682B4"/>
          </a:solidFill>
          <a:ln w="254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PropertyNFT</a:t>
            </a:r>
            <a:br/>
            <a:r>
              <a:t>+ Marketplace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3200400"/>
            <a:ext cx="1645920" cy="548640"/>
          </a:xfrm>
          <a:prstGeom prst="roundRect">
            <a:avLst/>
          </a:prstGeom>
          <a:solidFill>
            <a:srgbClr val="4682B4"/>
          </a:solidFill>
          <a:ln w="254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PropertyNFT</a:t>
            </a:r>
            <a:br/>
            <a:r>
              <a:t>+ Marketplace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200400"/>
            <a:ext cx="1645920" cy="548640"/>
          </a:xfrm>
          <a:prstGeom prst="roundRect">
            <a:avLst/>
          </a:prstGeom>
          <a:solidFill>
            <a:srgbClr val="DC143C"/>
          </a:solidFill>
          <a:ln w="254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Cross-Chain</a:t>
            </a:r>
            <a:br/>
            <a:r>
              <a:t>Bridge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206240"/>
            <a:ext cx="1645920" cy="548640"/>
          </a:xfrm>
          <a:prstGeom prst="roundRect">
            <a:avLst/>
          </a:prstGeom>
          <a:solidFill>
            <a:srgbClr val="228B22"/>
          </a:solidFill>
          <a:ln w="254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BRTToken</a:t>
            </a:r>
            <a:br/>
            <a:r>
              <a:t>(ERC20)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4206240"/>
            <a:ext cx="1645920" cy="548640"/>
          </a:xfrm>
          <a:prstGeom prst="roundRect">
            <a:avLst/>
          </a:prstGeom>
          <a:solidFill>
            <a:srgbClr val="228B22"/>
          </a:solidFill>
          <a:ln w="254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BRTToken</a:t>
            </a:r>
            <a:br/>
            <a:r>
              <a:t>(ERC20)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4206240"/>
            <a:ext cx="1645920" cy="548640"/>
          </a:xfrm>
          <a:prstGeom prst="roundRect">
            <a:avLst/>
          </a:prstGeom>
          <a:solidFill>
            <a:srgbClr val="B8860B"/>
          </a:solidFill>
          <a:ln w="254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Verification</a:t>
            </a:r>
            <a:br/>
            <a:r>
              <a:t>Oracle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8720" y="1645920"/>
            <a:ext cx="0" cy="457200"/>
          </a:xfrm>
          <a:prstGeom prst="line">
            <a:avLst/>
          </a:prstGeom>
          <a:ln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1645920"/>
            <a:ext cx="0" cy="457200"/>
          </a:xfrm>
          <a:prstGeom prst="line">
            <a:avLst/>
          </a:prstGeom>
          <a:ln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23232"/>
                </a:solidFill>
              </a:defRPr>
            </a:pPr>
            <a:r>
              <a:t>Multi-chain architecture with Chainlink CCIP enabling seamless cross-chain property transfers and payments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Backend &amp; Contracts: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Solidity 0.8.24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Hardhat (Development Framework)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OpenZeppelin Contracts v5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Chainlink CCIP v1.4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Ethers.js v5.7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Deployment Networks: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Ethereum Sepolia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Polygon Amoy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Pinata (IPFS)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0584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Frontend Stack: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Next.js (React Framework)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TypeScript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Redux (State Management)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TailwindCSS (Styling)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MetaMask Integration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Testing &amp; DevOps: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Mocha &amp; Chai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Hardhat Network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GitHub Actions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Hardhat Verify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Results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Core Features Implemented: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Multi-Chain Property Marketplace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List, buy, and transfer properties across chains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Real-time price discovery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Cross-Chain NFT Bridge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Direct NFT transfers with CCIP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Wrapped NFT minting on destination chain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Decentralized Verification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Majority-vote validator system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Property authenticity consensus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BRT Token Ecosystem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ERC20 utility token for payments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Validator rewards and platform fees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Technical Achievements: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Successfully implemented multi-chain architecture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CCIP message replay protection working as expected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Majority validator system ensures decentralized verification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Challenges &amp; Solutions: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Cross-chain latency: Mitigated via async design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Gas optimization: Implemented efficient contracts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LINK token management: Smart fund reservation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Performance Metrics: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Average CCIP message delivery: 15-30 minutes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Gas efficiency: Optimized for testnet operations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BlockEstate Successfully Demonstrates: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Feasibility of cross-chain real estate NFT marketplaces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Chainlink CCIP's capability for trustless asset transfers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Effectiveness of decentralized validator verification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Viability of custom token economies for ecosystem incentives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Impact: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Opens new possibilities for global real estate trading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Demonstrates blockchain's potential in property markets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Provides template for other cross-chain asset platforms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Planned Enhancements: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Mainnet Deployment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Move from testnet to Ethereum and Polygon mainnet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Security audits and formal verification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Expanded Network Support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Additional blockchain networks (Arbitrum, Optimism)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More CCIP-enabled chains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Advanced Features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Fractional ownership via ERC1155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DAO governance for protocol decisions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Decentralized insurance mechanisms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4. Real-World Integration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Integration with real property records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Partnerships with real estate agencies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[1] Chainlink Documentation - Cross-Chain Interoperability Protocol (CCIP)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  https://docs.chain.link/ccip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[2] OpenZeppelin - Smart Contract Libraries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  https://docs.openzeppelin.com/contracts/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[3] Ethereum Improvement Proposals - ERC721 (NFT Standard)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  https://eips.ethereum.org/EIPS/eip-721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[4] Ethereum Improvement Proposals - ERC20 (Token Standard)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  https://eips.ethereum.org/EIPS/eip-20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[5] Hardhat Documentation - Ethereum Development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  https://hardhat.org/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[6] Next.js Documentation - React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  https://nextjs.org/docs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